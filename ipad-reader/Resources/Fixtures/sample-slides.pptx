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/>
</p:presentation>
</file>

<file path=ppt/_rels/presentation.xml.rels><Relationships xmlns="http://schemas.openxmlformats.org/package/2006/relationships"><Relationship Id="rId1" Target="slides/slide1.xml" Type="http://schemas.openxmlformats.org/officeDocument/2006/relationships/slide"/></Relationships>
</file>

<file path=ppt/slides/_rels/slide1.xml.rels><Relationships xmlns="http://schemas.openxmlformats.org/package/2006/relationships"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spPr>
          <a:xfrm>
            <a:off x="254000" y="508000"/>
            <a:ext cx="8128000" cy="1016000"/>
          </a:xfrm>
        </p:spPr>
        <p:txBody>
          <a:p>
            <a:r>
              <a:rPr sz="2400"/>
              <a:t>Slide text can be copied</a:t>
            </a:r>
          </a:p>
        </p:txBody>
      </p:sp>
      <p:pic>
        <p:blipFill>
          <a:blip r:embed="rId2"/>
        </p:blipFill>
        <p:spPr>
          <a:xfrm>
            <a:off x="1016000" y="2032000"/>
            <a:ext cx="5080000" cy="2540000"/>
          </a:xfrm>
        </p:spPr>
      </p:pic>
    </p:spTree>
  </p:cSld>
</p:sld>
</file>